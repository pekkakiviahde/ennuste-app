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Mindmap: tavoitearvio → mäppäys → raportointi (MVP)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Konsepti + tekniset nimet samassa kuvassa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17720" y="3063240"/>
            <a:ext cx="292608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3108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Tavoitearvio (import_batch)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budjetti-itemit (budget_items)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29184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Lähde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Laskenta (Estima/Excel)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CSV export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0" y="1097280"/>
            <a:ext cx="3291840" cy="868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11430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Tuonti (tools/scripts)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import_budget.py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import_batches + budget_lines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3291840" cy="96012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718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Työpaketti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Työmaa/tuotanto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work_phases (SITE)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2926080"/>
            <a:ext cx="3291840" cy="9601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97180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Hankintapaketti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Toimisto / työmaa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proc_packages (OFFICE/SITE)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default_work_package_id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3291840" cy="105156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9834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mäppäys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mapping_versions (mapping_kind=ITEM)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row_mappings (append-only)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v_current_item_mappings (view)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4937760"/>
            <a:ext cx="3291840" cy="1051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49834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Raportointi (views / MV)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 (mäpätty € %)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työpaketin koostumus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hankintapaketin budjetti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Talo 80 roll-up 0–9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474720"/>
            <a:ext cx="-777240" cy="-19659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543800" y="3474720"/>
            <a:ext cx="868680" cy="-18745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4617720" y="3657600"/>
            <a:ext cx="-777240" cy="-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7543800" y="3657600"/>
            <a:ext cx="868680" cy="-2743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897880" y="3977640"/>
            <a:ext cx="-2057400" cy="14630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263640" y="3977640"/>
            <a:ext cx="2148840" cy="14630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206240" y="5486400"/>
            <a:ext cx="374904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5532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MVP-säännöt: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 splittiä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 automaattisia koodimuunnoksia (esim. VSS 6700→2500)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hankintapaketti → työpaketti autofill (vain tähän suuntaan)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Mindmap on tarkoitettu yhteisymmärryksen tarkistukseen ennen UI/API-toteutusta.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Prosessi (swimlanes): kuka tekee mitä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Tavoitearvion tuonti → mäppäys → “nykytila” → raportit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13258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1828800" cy="13258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Laskenta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(Estima/Excel)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247120" cy="1325880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1828800" cy="1325880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Toimiston hankinta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(OFFICE)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1247120" cy="1325880"/>
          </a:xfrm>
          <a:prstGeom prst="rect">
            <a:avLst/>
          </a:prstGeom>
          <a:solidFill>
            <a:srgbClr val="E0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49040"/>
            <a:ext cx="1828800" cy="1325880"/>
          </a:xfrm>
          <a:prstGeom prst="rect">
            <a:avLst/>
          </a:prstGeom>
          <a:solidFill>
            <a:srgbClr val="E0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9476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Työmaa / tuotanto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(SITE)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11247120" cy="132588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5120640"/>
            <a:ext cx="1828800" cy="132588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16636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SaaS-järjestelmä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(DB + UI + API)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123444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280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Laskee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(tavoitearvioesitys)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1664208"/>
            <a:ext cx="64008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69280" y="1234440"/>
            <a:ext cx="2743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2801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(; + FI-numerot)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68880" y="5303520"/>
            <a:ext cx="2926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53492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Tuonti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import_budget.py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(import_batches + budget_items)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94960" y="5779008"/>
            <a:ext cx="41148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06440" y="530352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534924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Näytä rivit UI:ssa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68880" y="2560320"/>
            <a:ext cx="2926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2606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 hankintapaketit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proc_packages (OFFICE)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94960" y="3035808"/>
            <a:ext cx="41148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06440" y="256032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60604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Mäpää toimitusrivit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proc_package_id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default_work_package_id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68880" y="3931920"/>
            <a:ext cx="2926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39776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 työpaketit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work_phases (SITE)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94960" y="4407408"/>
            <a:ext cx="41148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806440" y="3931920"/>
            <a:ext cx="2971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397764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Mäpää asennus/työrivit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work_phase_id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(bulk assign)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778240" y="3035808"/>
            <a:ext cx="0" cy="2313432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778240" y="4407408"/>
            <a:ext cx="0" cy="941832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052560" y="5303520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0" y="53492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Tallenna append-only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row_mappings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(mv=ACTIVE, kind=ITEM)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332720" y="6263640"/>
            <a:ext cx="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321040" y="5715000"/>
            <a:ext cx="3383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0" y="57607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Nykytila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v_current_item_mappings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raportit / exportit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Swimlanes korostaa: laskenta tuo rivit, hankinta ja tuotanto tekevät manuaalisen mäppäyksen, SaaS säilyttää historian.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3D-kaavio: “kolmas ulottuvuus” = aika / versiot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Import_batch → mapping_versions → row_mappings → current view → raportointi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108960" cy="5486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3D-logiikka: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Etualalle = uusin muutos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Taakse = vanhempi versio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4937760"/>
            <a:ext cx="374904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5029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Import (import_batch)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+ budget_items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43000" y="4087368"/>
            <a:ext cx="3749040" cy="59436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0160" y="41788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mapping_versions (ACTIVE)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kind=ITEM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3236976"/>
            <a:ext cx="374904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332841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row_mappings (append-only)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budget_item → work_phase + proc_package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2386584"/>
            <a:ext cx="374904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37360" y="247802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v_current_item_mappings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= “nykytila” (latest per item)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5669280"/>
            <a:ext cx="3566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715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Tuonti + ensimmäinen mäppäys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4572000"/>
            <a:ext cx="374904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51960" y="4663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Import (import_batch)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+ budget_items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3721608"/>
            <a:ext cx="3749040" cy="59436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8130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mapping_versions (ACTIVE)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kind=ITEM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871216"/>
            <a:ext cx="374904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29626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row_mappings (append-only)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budget_item → work_phase + proc_package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020824"/>
            <a:ext cx="374904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11226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v_current_item_mappings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= “nykytila” (latest per item)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5303520"/>
            <a:ext cx="3566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5349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Mäppäys muuttuu (uusi rivi)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0" y="4206240"/>
            <a:ext cx="374904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52360" y="4297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Import (import_batch)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+ budget_items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43800" y="3355848"/>
            <a:ext cx="3749040" cy="59436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80960" y="34472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mapping_versions (ACTIVE)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kind=ITEM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0" y="2505456"/>
            <a:ext cx="374904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909560" y="25968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row_mappings (append-only)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budget_item → work_phase + proc_package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001000" y="1655064"/>
            <a:ext cx="374904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25400" dist="25400" dir="27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138160" y="174650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v_current_item_mappings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= “nykytila” (latest per item)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06640" y="4937760"/>
            <a:ext cx="3566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4983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Uusin tilanne (UI näyttää tämän)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6309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Aika 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669280" y="6446520"/>
            <a:ext cx="2194560" cy="0"/>
          </a:xfrm>
          <a:prstGeom prst="line">
            <a:avLst/>
          </a:prstGeom>
          <a:noFill/>
          <a:ln w="381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tarkoittaa: muutokset eivät korvaa vanhaa, vaan syntyy uusi rivi. Nykytila johdetaan view:llä.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Operatiivinen tietomalli (taulut) + “nykytila”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MVP:n kannalta tärkeimmät suhteet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83464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import_batches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(id, project_id, signature, created_at)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83464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402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budget_items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(budget_item_id, import_batch_id, item_code, littera_code, sum_eur, row_type)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283464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20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budget_lines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(kustannuslajit / erittely)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097280"/>
            <a:ext cx="2926080" cy="8229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1430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work_phases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 työpaketti)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(code, name, project_id)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194560"/>
            <a:ext cx="2926080" cy="914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240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proc_packages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 hankintapaketti)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(owner OFFICE/SITE, default_work_package_id)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0" y="1097280"/>
            <a:ext cx="3566160" cy="86868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1430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mapping_versions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(mapping_version_id, status, import_batch_id, mapping_kind)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0" y="2240280"/>
            <a:ext cx="3566160" cy="96012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22860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row_mappings (append-only)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(budget_item_id, work_phase_id, proc_package_id, created_at)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0" y="3474720"/>
            <a:ext cx="3566160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35204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v_current_item_mappings (view)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latest per budget_item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ACTIVE version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57400" y="1828800"/>
            <a:ext cx="0" cy="3657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057400" y="3108960"/>
            <a:ext cx="0" cy="3657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74720" y="2651760"/>
            <a:ext cx="822960" cy="-114300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74720" y="2651760"/>
            <a:ext cx="822960" cy="-4572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4389120" cy="45720"/>
          </a:xfrm>
          <a:prstGeom prst="line">
            <a:avLst/>
          </a:prstGeom>
          <a:noFill/>
          <a:ln w="25400">
            <a:solidFill>
              <a:srgbClr val="DB277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46920" y="1965960"/>
            <a:ext cx="0" cy="274320"/>
          </a:xfrm>
          <a:prstGeom prst="line">
            <a:avLst/>
          </a:prstGeom>
          <a:noFill/>
          <a:ln w="25400">
            <a:solidFill>
              <a:srgbClr val="DB277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46920" y="320040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0080" y="5532120"/>
            <a:ext cx="10972800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57784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Tärkeä idea: UI ja API lukevat “nykytilan” view:stä (v_current_item_mappings).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Kirjoitukset eivät ylikirjoita: jokainen muutos = uusi rivi row_mappings-tauluun (append-only).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Operatiivinen malli + view antaa nopean MVP:n; myöhemmin voidaan lisätä materialized views / warehouse.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Raportointikerros / “tietovarasto” (MVP → laajennus)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Mistä raportit johdetaan ja miten vältetään ristiriidat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840480" cy="914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Operatiivinen (OLTP)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budget_items + sum_eur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v_current_item_mappings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work_phases, proc_packages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840480" cy="1097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Semanttiset näkymät (views / MV)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v_work_phase_budget (€/työpaketti)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v_proc_package_budget (€/hankinta)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v_work_phase_composition (item-taso)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v_unmapped_items + progress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0" y="1280160"/>
            <a:ext cx="274320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0" y="13258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Käyttö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Mäppäys-UI progress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Raportit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783080"/>
            <a:ext cx="18288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1783080"/>
            <a:ext cx="18288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2926080"/>
            <a:ext cx="10789920" cy="10058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 80 -roll-up (0–9) raportointiin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Dimensio: littera_code (4-num), pääryhmä = ensimmäinen numero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Näyttö: sekä työpaketin että hankintapaketin summa voidaan roll-upata pääryhmään (0–9)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10789920" cy="1097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519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Koostumusraportin sääntö (B3):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työpaketin “koostumus”-näkymässä voidaan näyttää myös toimitusrivit read-only (harmaana).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erottele: työbudjetti vs toimitus/hankinta (jotta vastuut eivät sekoitu).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10789920" cy="6400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Riskien hallinta: ACTIVE mapping_version on yksikäsitteinen (project + import_batch + mapping_kind).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Muuten “nykytila” voi sekoittua eri versioista.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views riittää. Kun data kasvaa: materialized views tai erillinen BI-kerros voidaan lisätä.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Mahdolliset “erityiset ongelmat” (checklist)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 nämä ovat hallussa, malli on yleensä turvallinen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1. Useita import_batcheja: varmista mikä on “aktiivinen” ja mihin mapping_version sitoutuu.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2. mapping_kind: jos sama mapping_versions-taulu palvelee useita tarkoituksia, ACTIVE pitää olla uniikki myös kindin mukaan.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3. Append-only: älä koskaan käytä upsertia item-mäppäyksessä (audit trail).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4. Leaf/otsikko: jos otsikkorivillä on € ja alariveillä on € → estä tuplalaskenta (heuristiikka + override).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5. Hankinta vs tuotanto: elementtitoimittaja ≠ asentaja → vähintään kaksi “koria”; mutta MVP:ssä ei splittiä rivillä.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6. Autofill vain hankintapaketti → työpaketti: vähentää tuplamäppäystä. Vältä työpaketti→hankinta automaattia MVP:ssä.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7. Read-only toimitusrivit työpaketin koostumuksessa: lisää ymmärrystä, mutta erottele työbudjetti vs toimitus.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8. Koodit merkkijonoina: leading zeros ("0310") ja 4-num validointi.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9. Yrityskohtaiset tyylit: älä rakenna automaattisia koodisääntöjä MVP:hen (VSS, ym.).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6080760"/>
            <a:ext cx="10972800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126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 haluat, seuraavaksi voidaan tehdä “edge case” -testidata: pystyelementit (toimitus + asennus erikseen) + yksi otsikkorivi joka sisältää myös €.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on tarkoitettu nopeaan “onko ajattelussa miinaa?” -arvioon.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MVP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Tavoitearvio → mäppäys</dc:title>
  <dc:subject>Tavoitearvion tuonti ja mäppäys</dc:subject>
  <dc:creator>GPT-5.2 Pro</dc:creator>
  <cp:lastModifiedBy>GPT-5.2 Pro</cp:lastModifiedBy>
  <cp:revision>1</cp:revision>
  <dcterms:created xsi:type="dcterms:W3CDTF">2026-01-10T05:24:28Z</dcterms:created>
  <dcterms:modified xsi:type="dcterms:W3CDTF">2026-01-10T05:24:28Z</dcterms:modified>
</cp:coreProperties>
</file>